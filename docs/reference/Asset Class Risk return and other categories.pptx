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notesMasterIdLst>
    <p:notesMasterId r:id="rId3"/>
  </p:notesMasterIdLst>
  <p:handoutMasterIdLst>
    <p:handoutMasterId r:id="rId4"/>
  </p:handoutMasterIdLst>
  <p:sldIdLst>
    <p:sldId id="1697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CEBEB"/>
    <a:srgbClr val="ECEBEA"/>
    <a:srgbClr val="DDDDDD"/>
    <a:srgbClr val="196B24"/>
    <a:srgbClr val="003366"/>
    <a:srgbClr val="687C82"/>
    <a:srgbClr val="1A2C2E"/>
    <a:srgbClr val="3333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B44FBE-BB31-4C47-ADBC-FDAD2F27316A}" v="1" dt="2026-06-10T16:53:56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6323" autoAdjust="0"/>
  </p:normalViewPr>
  <p:slideViewPr>
    <p:cSldViewPr>
      <p:cViewPr varScale="1">
        <p:scale>
          <a:sx n="61" d="100"/>
          <a:sy n="61" d="100"/>
        </p:scale>
        <p:origin x="126" y="6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1538"/>
    </p:cViewPr>
  </p:sorterViewPr>
  <p:notesViewPr>
    <p:cSldViewPr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Aggarwal" userId="83e32726d939ae37" providerId="LiveId" clId="{E1A62588-7B5D-427C-B876-93F61DE00478}"/>
    <pc:docChg chg="custSel addSld delSld modSld addMainMaster delMainMaster modMainMaster">
      <pc:chgData name="Sanjay Aggarwal" userId="83e32726d939ae37" providerId="LiveId" clId="{E1A62588-7B5D-427C-B876-93F61DE00478}" dt="2026-06-10T16:57:28.270" v="23" actId="1076"/>
      <pc:docMkLst>
        <pc:docMk/>
      </pc:docMkLst>
      <pc:sldChg chg="del">
        <pc:chgData name="Sanjay Aggarwal" userId="83e32726d939ae37" providerId="LiveId" clId="{E1A62588-7B5D-427C-B876-93F61DE00478}" dt="2026-06-10T16:55:29.315" v="1"/>
        <pc:sldMkLst>
          <pc:docMk/>
          <pc:sldMk cId="653211796" sldId="1696"/>
        </pc:sldMkLst>
      </pc:sldChg>
      <pc:sldChg chg="modSp add mod">
        <pc:chgData name="Sanjay Aggarwal" userId="83e32726d939ae37" providerId="LiveId" clId="{E1A62588-7B5D-427C-B876-93F61DE00478}" dt="2026-06-10T16:57:28.270" v="23" actId="1076"/>
        <pc:sldMkLst>
          <pc:docMk/>
          <pc:sldMk cId="1767669605" sldId="1697"/>
        </pc:sldMkLst>
        <pc:grpChg chg="mod">
          <ac:chgData name="Sanjay Aggarwal" userId="83e32726d939ae37" providerId="LiveId" clId="{E1A62588-7B5D-427C-B876-93F61DE00478}" dt="2026-06-10T16:57:28.270" v="23" actId="1076"/>
          <ac:grpSpMkLst>
            <pc:docMk/>
            <pc:sldMk cId="1767669605" sldId="1697"/>
            <ac:grpSpMk id="785" creationId="{00000000-0000-0000-0000-000000000000}"/>
          </ac:grpSpMkLst>
        </pc:grpChg>
      </pc:sldChg>
      <pc:sldMasterChg chg="del delSldLayout">
        <pc:chgData name="Sanjay Aggarwal" userId="83e32726d939ae37" providerId="LiveId" clId="{E1A62588-7B5D-427C-B876-93F61DE00478}" dt="2026-06-10T16:55:29.315" v="1"/>
        <pc:sldMasterMkLst>
          <pc:docMk/>
          <pc:sldMasterMk cId="3829082897" sldId="2147483721"/>
        </pc:sldMasterMkLst>
        <pc:sldLayoutChg chg="del">
          <pc:chgData name="Sanjay Aggarwal" userId="83e32726d939ae37" providerId="LiveId" clId="{E1A62588-7B5D-427C-B876-93F61DE00478}" dt="2026-06-10T16:55:29.315" v="1"/>
          <pc:sldLayoutMkLst>
            <pc:docMk/>
            <pc:sldMasterMk cId="3829082897" sldId="2147483721"/>
            <pc:sldLayoutMk cId="2004279117" sldId="2147483722"/>
          </pc:sldLayoutMkLst>
        </pc:sldLayoutChg>
        <pc:sldLayoutChg chg="del">
          <pc:chgData name="Sanjay Aggarwal" userId="83e32726d939ae37" providerId="LiveId" clId="{E1A62588-7B5D-427C-B876-93F61DE00478}" dt="2026-06-10T16:55:29.315" v="1"/>
          <pc:sldLayoutMkLst>
            <pc:docMk/>
            <pc:sldMasterMk cId="3829082897" sldId="2147483721"/>
            <pc:sldLayoutMk cId="1400544790" sldId="2147483723"/>
          </pc:sldLayoutMkLst>
        </pc:sldLayoutChg>
        <pc:sldLayoutChg chg="del">
          <pc:chgData name="Sanjay Aggarwal" userId="83e32726d939ae37" providerId="LiveId" clId="{E1A62588-7B5D-427C-B876-93F61DE00478}" dt="2026-06-10T16:55:29.315" v="1"/>
          <pc:sldLayoutMkLst>
            <pc:docMk/>
            <pc:sldMasterMk cId="3829082897" sldId="2147483721"/>
            <pc:sldLayoutMk cId="225819163" sldId="2147483724"/>
          </pc:sldLayoutMkLst>
        </pc:sldLayoutChg>
        <pc:sldLayoutChg chg="del">
          <pc:chgData name="Sanjay Aggarwal" userId="83e32726d939ae37" providerId="LiveId" clId="{E1A62588-7B5D-427C-B876-93F61DE00478}" dt="2026-06-10T16:55:29.315" v="1"/>
          <pc:sldLayoutMkLst>
            <pc:docMk/>
            <pc:sldMasterMk cId="3829082897" sldId="2147483721"/>
            <pc:sldLayoutMk cId="1513132409" sldId="2147483725"/>
          </pc:sldLayoutMkLst>
        </pc:sldLayoutChg>
        <pc:sldLayoutChg chg="del">
          <pc:chgData name="Sanjay Aggarwal" userId="83e32726d939ae37" providerId="LiveId" clId="{E1A62588-7B5D-427C-B876-93F61DE00478}" dt="2026-06-10T16:55:29.315" v="1"/>
          <pc:sldLayoutMkLst>
            <pc:docMk/>
            <pc:sldMasterMk cId="3829082897" sldId="2147483721"/>
            <pc:sldLayoutMk cId="669870167" sldId="2147483726"/>
          </pc:sldLayoutMkLst>
        </pc:sldLayoutChg>
      </pc:sldMasterChg>
      <pc:sldMasterChg chg="delSp add mod addSldLayout modSldLayout">
        <pc:chgData name="Sanjay Aggarwal" userId="83e32726d939ae37" providerId="LiveId" clId="{E1A62588-7B5D-427C-B876-93F61DE00478}" dt="2026-06-10T16:57:20.659" v="22" actId="478"/>
        <pc:sldMasterMkLst>
          <pc:docMk/>
          <pc:sldMasterMk cId="3829082897" sldId="2147483727"/>
        </pc:sldMasterMkLst>
        <pc:spChg chg="del">
          <ac:chgData name="Sanjay Aggarwal" userId="83e32726d939ae37" providerId="LiveId" clId="{E1A62588-7B5D-427C-B876-93F61DE00478}" dt="2026-06-10T16:57:02.686" v="15" actId="478"/>
          <ac:spMkLst>
            <pc:docMk/>
            <pc:sldMasterMk cId="3829082897" sldId="2147483727"/>
            <ac:spMk id="6" creationId="{00000000-0000-0000-0000-000000000000}"/>
          </ac:spMkLst>
        </pc:spChg>
        <pc:spChg chg="del">
          <ac:chgData name="Sanjay Aggarwal" userId="83e32726d939ae37" providerId="LiveId" clId="{E1A62588-7B5D-427C-B876-93F61DE00478}" dt="2026-06-10T16:56:58.768" v="13" actId="478"/>
          <ac:spMkLst>
            <pc:docMk/>
            <pc:sldMasterMk cId="3829082897" sldId="2147483727"/>
            <ac:spMk id="11" creationId="{7B458926-2316-DBD7-9429-D4D7966A5256}"/>
          </ac:spMkLst>
        </pc:spChg>
        <pc:spChg chg="del">
          <ac:chgData name="Sanjay Aggarwal" userId="83e32726d939ae37" providerId="LiveId" clId="{E1A62588-7B5D-427C-B876-93F61DE00478}" dt="2026-06-10T16:56:55.456" v="11" actId="478"/>
          <ac:spMkLst>
            <pc:docMk/>
            <pc:sldMasterMk cId="3829082897" sldId="2147483727"/>
            <ac:spMk id="13" creationId="{9C9478CC-79F2-2BDC-B09D-F09954C5F106}"/>
          </ac:spMkLst>
        </pc:spChg>
        <pc:spChg chg="del">
          <ac:chgData name="Sanjay Aggarwal" userId="83e32726d939ae37" providerId="LiveId" clId="{E1A62588-7B5D-427C-B876-93F61DE00478}" dt="2026-06-10T16:57:07.476" v="17" actId="478"/>
          <ac:spMkLst>
            <pc:docMk/>
            <pc:sldMasterMk cId="3829082897" sldId="2147483727"/>
            <ac:spMk id="17" creationId="{3450C5FC-41F8-3996-606F-E16EE9DFC83B}"/>
          </ac:spMkLst>
        </pc:spChg>
        <pc:spChg chg="del">
          <ac:chgData name="Sanjay Aggarwal" userId="83e32726d939ae37" providerId="LiveId" clId="{E1A62588-7B5D-427C-B876-93F61DE00478}" dt="2026-06-10T16:57:09.527" v="18" actId="478"/>
          <ac:spMkLst>
            <pc:docMk/>
            <pc:sldMasterMk cId="3829082897" sldId="2147483727"/>
            <ac:spMk id="18" creationId="{2EF12644-236B-6984-1911-67FA1236C2A9}"/>
          </ac:spMkLst>
        </pc:spChg>
        <pc:picChg chg="del">
          <ac:chgData name="Sanjay Aggarwal" userId="83e32726d939ae37" providerId="LiveId" clId="{E1A62588-7B5D-427C-B876-93F61DE00478}" dt="2026-06-10T16:57:04.116" v="16" actId="478"/>
          <ac:picMkLst>
            <pc:docMk/>
            <pc:sldMasterMk cId="3829082897" sldId="2147483727"/>
            <ac:picMk id="4" creationId="{BF3E9D8C-730F-13CB-9B6A-B720357E63AA}"/>
          </ac:picMkLst>
        </pc:picChg>
        <pc:picChg chg="del">
          <ac:chgData name="Sanjay Aggarwal" userId="83e32726d939ae37" providerId="LiveId" clId="{E1A62588-7B5D-427C-B876-93F61DE00478}" dt="2026-06-10T16:56:56.377" v="12" actId="478"/>
          <ac:picMkLst>
            <pc:docMk/>
            <pc:sldMasterMk cId="3829082897" sldId="2147483727"/>
            <ac:picMk id="16" creationId="{2C4880C8-9A5E-C35F-267D-AB2DA2E63036}"/>
          </ac:picMkLst>
        </pc:picChg>
        <pc:picChg chg="del">
          <ac:chgData name="Sanjay Aggarwal" userId="83e32726d939ae37" providerId="LiveId" clId="{E1A62588-7B5D-427C-B876-93F61DE00478}" dt="2026-06-10T16:57:01.171" v="14" actId="478"/>
          <ac:picMkLst>
            <pc:docMk/>
            <pc:sldMasterMk cId="3829082897" sldId="2147483727"/>
            <ac:picMk id="20" creationId="{A5A9A351-BD72-C11D-14A6-092ED0A39224}"/>
          </ac:picMkLst>
        </pc:picChg>
        <pc:picChg chg="del">
          <ac:chgData name="Sanjay Aggarwal" userId="83e32726d939ae37" providerId="LiveId" clId="{E1A62588-7B5D-427C-B876-93F61DE00478}" dt="2026-06-10T16:57:13.088" v="19" actId="478"/>
          <ac:picMkLst>
            <pc:docMk/>
            <pc:sldMasterMk cId="3829082897" sldId="2147483727"/>
            <ac:picMk id="23" creationId="{4BE8D3F9-0C20-9D5E-5C9A-1A7F4BB11822}"/>
          </ac:picMkLst>
        </pc:picChg>
        <pc:sldLayoutChg chg="add mod">
          <pc:chgData name="Sanjay Aggarwal" userId="83e32726d939ae37" providerId="LiveId" clId="{E1A62588-7B5D-427C-B876-93F61DE00478}" dt="2026-06-10T16:55:29.196" v="0"/>
          <pc:sldLayoutMkLst>
            <pc:docMk/>
            <pc:sldMasterMk cId="3829082897" sldId="2147483727"/>
            <pc:sldLayoutMk cId="2004279117" sldId="2147483728"/>
          </pc:sldLayoutMkLst>
        </pc:sldLayoutChg>
        <pc:sldLayoutChg chg="add mod">
          <pc:chgData name="Sanjay Aggarwal" userId="83e32726d939ae37" providerId="LiveId" clId="{E1A62588-7B5D-427C-B876-93F61DE00478}" dt="2026-06-10T16:55:29.196" v="0"/>
          <pc:sldLayoutMkLst>
            <pc:docMk/>
            <pc:sldMasterMk cId="3829082897" sldId="2147483727"/>
            <pc:sldLayoutMk cId="1400544790" sldId="2147483729"/>
          </pc:sldLayoutMkLst>
        </pc:sldLayoutChg>
        <pc:sldLayoutChg chg="add mod">
          <pc:chgData name="Sanjay Aggarwal" userId="83e32726d939ae37" providerId="LiveId" clId="{E1A62588-7B5D-427C-B876-93F61DE00478}" dt="2026-06-10T16:55:29.196" v="0"/>
          <pc:sldLayoutMkLst>
            <pc:docMk/>
            <pc:sldMasterMk cId="3829082897" sldId="2147483727"/>
            <pc:sldLayoutMk cId="225819163" sldId="2147483730"/>
          </pc:sldLayoutMkLst>
        </pc:sldLayoutChg>
        <pc:sldLayoutChg chg="add mod">
          <pc:chgData name="Sanjay Aggarwal" userId="83e32726d939ae37" providerId="LiveId" clId="{E1A62588-7B5D-427C-B876-93F61DE00478}" dt="2026-06-10T16:55:29.196" v="0"/>
          <pc:sldLayoutMkLst>
            <pc:docMk/>
            <pc:sldMasterMk cId="3829082897" sldId="2147483727"/>
            <pc:sldLayoutMk cId="1513132409" sldId="2147483731"/>
          </pc:sldLayoutMkLst>
        </pc:sldLayoutChg>
        <pc:sldLayoutChg chg="delSp modSp add mod">
          <pc:chgData name="Sanjay Aggarwal" userId="83e32726d939ae37" providerId="LiveId" clId="{E1A62588-7B5D-427C-B876-93F61DE00478}" dt="2026-06-10T16:57:20.659" v="22" actId="478"/>
          <pc:sldLayoutMkLst>
            <pc:docMk/>
            <pc:sldMasterMk cId="3829082897" sldId="2147483727"/>
            <pc:sldLayoutMk cId="669870167" sldId="2147483732"/>
          </pc:sldLayoutMkLst>
          <pc:spChg chg="del mod">
            <ac:chgData name="Sanjay Aggarwal" userId="83e32726d939ae37" providerId="LiveId" clId="{E1A62588-7B5D-427C-B876-93F61DE00478}" dt="2026-06-10T16:56:44.615" v="8" actId="478"/>
            <ac:spMkLst>
              <pc:docMk/>
              <pc:sldMasterMk cId="3829082897" sldId="2147483727"/>
              <pc:sldLayoutMk cId="669870167" sldId="2147483732"/>
              <ac:spMk id="430" creationId="{00000000-0000-0000-0000-000000000000}"/>
            </ac:spMkLst>
          </pc:spChg>
          <pc:spChg chg="del">
            <ac:chgData name="Sanjay Aggarwal" userId="83e32726d939ae37" providerId="LiveId" clId="{E1A62588-7B5D-427C-B876-93F61DE00478}" dt="2026-06-10T16:56:38.110" v="2" actId="478"/>
            <ac:spMkLst>
              <pc:docMk/>
              <pc:sldMasterMk cId="3829082897" sldId="2147483727"/>
              <pc:sldLayoutMk cId="669870167" sldId="2147483732"/>
              <ac:spMk id="431" creationId="{00000000-0000-0000-0000-000000000000}"/>
            </ac:spMkLst>
          </pc:spChg>
          <pc:spChg chg="del">
            <ac:chgData name="Sanjay Aggarwal" userId="83e32726d939ae37" providerId="LiveId" clId="{E1A62588-7B5D-427C-B876-93F61DE00478}" dt="2026-06-10T16:57:20.659" v="22" actId="478"/>
            <ac:spMkLst>
              <pc:docMk/>
              <pc:sldMasterMk cId="3829082897" sldId="2147483727"/>
              <pc:sldLayoutMk cId="669870167" sldId="2147483732"/>
              <ac:spMk id="433" creationId="{00000000-0000-0000-0000-000000000000}"/>
            </ac:spMkLst>
          </pc:spChg>
          <pc:spChg chg="del">
            <ac:chgData name="Sanjay Aggarwal" userId="83e32726d939ae37" providerId="LiveId" clId="{E1A62588-7B5D-427C-B876-93F61DE00478}" dt="2026-06-10T16:57:18.404" v="21" actId="478"/>
            <ac:spMkLst>
              <pc:docMk/>
              <pc:sldMasterMk cId="3829082897" sldId="2147483727"/>
              <pc:sldLayoutMk cId="669870167" sldId="2147483732"/>
              <ac:spMk id="434" creationId="{00000000-0000-0000-0000-000000000000}"/>
            </ac:spMkLst>
          </pc:spChg>
          <pc:spChg chg="del">
            <ac:chgData name="Sanjay Aggarwal" userId="83e32726d939ae37" providerId="LiveId" clId="{E1A62588-7B5D-427C-B876-93F61DE00478}" dt="2026-06-10T16:56:47.604" v="10" actId="478"/>
            <ac:spMkLst>
              <pc:docMk/>
              <pc:sldMasterMk cId="3829082897" sldId="2147483727"/>
              <pc:sldLayoutMk cId="669870167" sldId="2147483732"/>
              <ac:spMk id="439" creationId="{00000000-0000-0000-0000-000000000000}"/>
            </ac:spMkLst>
          </pc:spChg>
          <pc:picChg chg="del">
            <ac:chgData name="Sanjay Aggarwal" userId="83e32726d939ae37" providerId="LiveId" clId="{E1A62588-7B5D-427C-B876-93F61DE00478}" dt="2026-06-10T16:56:45.782" v="9" actId="478"/>
            <ac:picMkLst>
              <pc:docMk/>
              <pc:sldMasterMk cId="3829082897" sldId="2147483727"/>
              <pc:sldLayoutMk cId="669870167" sldId="2147483732"/>
              <ac:picMk id="428" creationId="{00000000-0000-0000-0000-000000000000}"/>
            </ac:picMkLst>
          </pc:picChg>
          <pc:picChg chg="del">
            <ac:chgData name="Sanjay Aggarwal" userId="83e32726d939ae37" providerId="LiveId" clId="{E1A62588-7B5D-427C-B876-93F61DE00478}" dt="2026-06-10T16:56:39.099" v="3" actId="478"/>
            <ac:picMkLst>
              <pc:docMk/>
              <pc:sldMasterMk cId="3829082897" sldId="2147483727"/>
              <pc:sldLayoutMk cId="669870167" sldId="2147483732"/>
              <ac:picMk id="429" creationId="{00000000-0000-0000-0000-000000000000}"/>
            </ac:picMkLst>
          </pc:picChg>
          <pc:picChg chg="del">
            <ac:chgData name="Sanjay Aggarwal" userId="83e32726d939ae37" providerId="LiveId" clId="{E1A62588-7B5D-427C-B876-93F61DE00478}" dt="2026-06-10T16:56:41.597" v="6" actId="478"/>
            <ac:picMkLst>
              <pc:docMk/>
              <pc:sldMasterMk cId="3829082897" sldId="2147483727"/>
              <pc:sldLayoutMk cId="669870167" sldId="2147483732"/>
              <ac:picMk id="432" creationId="{00000000-0000-0000-0000-000000000000}"/>
            </ac:picMkLst>
          </pc:picChg>
          <pc:picChg chg="del">
            <ac:chgData name="Sanjay Aggarwal" userId="83e32726d939ae37" providerId="LiveId" clId="{E1A62588-7B5D-427C-B876-93F61DE00478}" dt="2026-06-10T16:57:15.465" v="20" actId="478"/>
            <ac:picMkLst>
              <pc:docMk/>
              <pc:sldMasterMk cId="3829082897" sldId="2147483727"/>
              <pc:sldLayoutMk cId="669870167" sldId="2147483732"/>
              <ac:picMk id="435" creationId="{00000000-0000-0000-0000-000000000000}"/>
            </ac:picMkLst>
          </pc:picChg>
          <pc:picChg chg="del">
            <ac:chgData name="Sanjay Aggarwal" userId="83e32726d939ae37" providerId="LiveId" clId="{E1A62588-7B5D-427C-B876-93F61DE00478}" dt="2026-06-10T16:56:41.041" v="5" actId="478"/>
            <ac:picMkLst>
              <pc:docMk/>
              <pc:sldMasterMk cId="3829082897" sldId="2147483727"/>
              <pc:sldLayoutMk cId="669870167" sldId="2147483732"/>
              <ac:picMk id="436" creationId="{00000000-0000-0000-0000-000000000000}"/>
            </ac:picMkLst>
          </pc:picChg>
          <pc:picChg chg="del">
            <ac:chgData name="Sanjay Aggarwal" userId="83e32726d939ae37" providerId="LiveId" clId="{E1A62588-7B5D-427C-B876-93F61DE00478}" dt="2026-06-10T16:56:40.310" v="4" actId="478"/>
            <ac:picMkLst>
              <pc:docMk/>
              <pc:sldMasterMk cId="3829082897" sldId="2147483727"/>
              <pc:sldLayoutMk cId="669870167" sldId="2147483732"/>
              <ac:picMk id="437" creationId="{00000000-0000-0000-0000-000000000000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8C74AD-FECD-669C-F255-90D8A22726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96C75-AA4D-07F5-F96C-F805679823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DB997-62D1-4970-B449-9F939F4CB807}" type="datetimeFigureOut">
              <a:rPr lang="en-PH" smtClean="0"/>
              <a:t>6/10/2026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56B0C-8F9F-2543-3F8A-6F9F1263C0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4710C-3EDC-E861-8FD3-4A011E8840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57698-A428-45BE-B066-E817A2D014F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812026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F1DEA-0AA1-5141-9B57-879E3AF3FB1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1AF45-6DEB-A441-A47B-0A8A88E67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XPO Title Only Templa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3276600" y="419100"/>
            <a:ext cx="11277600" cy="1371601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ctr" defTabSz="914400">
              <a:lnSpc>
                <a:spcPct val="100000"/>
              </a:lnSpc>
              <a:defRPr sz="8000" b="0" spc="0">
                <a:effectLst>
                  <a:outerShdw blurRad="38100" dist="19050" dir="2700000" rotWithShape="0">
                    <a:srgbClr val="000000">
                      <a:alpha val="40000"/>
                    </a:srgbClr>
                  </a:outerShdw>
                </a:effectLst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987016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2656808"/>
            <a:ext cx="12344400" cy="3754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 dirty="0"/>
              <a:t>This is the the Second Level</a:t>
            </a:r>
          </a:p>
          <a:p>
            <a:pPr lvl="3"/>
            <a:r>
              <a:rPr lang="en-US" dirty="0"/>
              <a:t>This is the Third Level</a:t>
            </a:r>
          </a:p>
          <a:p>
            <a:pPr lvl="4"/>
            <a:r>
              <a:rPr lang="en-US" dirty="0"/>
              <a:t>This is the Forth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8AAA1F3-54FC-8EBE-7C1B-9AA288CDCE6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342900"/>
            <a:ext cx="12039600" cy="144778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908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8000" b="0" kern="1200" cap="none" spc="0">
          <a:ln w="0"/>
          <a:solidFill>
            <a:schemeClr val="tx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Arial Black" panose="020B0A04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Wingdings" panose="05000000000000000000" pitchFamily="2" charset="2"/>
        <a:buNone/>
        <a:defRPr sz="13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Wingdings" panose="05000000000000000000" pitchFamily="2" charset="2"/>
        <a:buNone/>
        <a:defRPr sz="3200" kern="1200">
          <a:solidFill>
            <a:srgbClr val="333300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5" name="Group"/>
          <p:cNvGrpSpPr/>
          <p:nvPr/>
        </p:nvGrpSpPr>
        <p:grpSpPr>
          <a:xfrm>
            <a:off x="1447800" y="1409700"/>
            <a:ext cx="14923916" cy="8164092"/>
            <a:chOff x="0" y="0"/>
            <a:chExt cx="14923915" cy="8164091"/>
          </a:xfrm>
        </p:grpSpPr>
        <p:sp>
          <p:nvSpPr>
            <p:cNvPr id="735" name="Rectangle"/>
            <p:cNvSpPr/>
            <p:nvPr/>
          </p:nvSpPr>
          <p:spPr>
            <a:xfrm>
              <a:off x="0" y="0"/>
              <a:ext cx="14913560" cy="815579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8575" tIns="28575" rIns="28575" bIns="28575" numCol="1" anchor="ctr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aphicFrame>
          <p:nvGraphicFramePr>
            <p:cNvPr id="736" name="Table 1"/>
            <p:cNvGraphicFramePr/>
            <p:nvPr/>
          </p:nvGraphicFramePr>
          <p:xfrm>
            <a:off x="115321" y="182780"/>
            <a:ext cx="14389318" cy="7229104"/>
          </p:xfrm>
          <a:graphic>
            <a:graphicData uri="http://schemas.openxmlformats.org/drawingml/2006/table">
              <a:tbl>
                <a:tblPr bandRow="1"/>
                <a:tblGrid>
                  <a:gridCol w="226435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39478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31985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498918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323923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181089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395923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023026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1630421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146165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1210855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</a:tblGrid>
                <a:tr h="209336"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ctr" horzOverflow="overflow">
                      <a:lnL w="3175">
                        <a:miter lim="400000"/>
                      </a:lnL>
                      <a:lnR w="3175">
                        <a:miter lim="400000"/>
                      </a:lnR>
                      <a:lnT w="3175">
                        <a:miter lim="400000"/>
                      </a:lnT>
                      <a:lnB w="3175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miter lim="400000"/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E1EAF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853189"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ctr" horzOverflow="overflow">
                      <a:lnL w="3175">
                        <a:miter lim="400000"/>
                      </a:lnL>
                      <a:lnR w="3175">
                        <a:miter lim="400000"/>
                      </a:lnR>
                      <a:lnT w="3175">
                        <a:miter lim="400000"/>
                      </a:lnT>
                      <a:lnB w="3175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miter lim="400000"/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 gridSpan="2"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Multifamily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rowSpan="2"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Mobile Home Parks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 rowSpan="2"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RV
Park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 rowSpan="2"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Self
Storage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 rowSpan="2"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Resident
Assisted
Living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 rowSpan="2"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Triple Net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 rowSpan="2"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F1F5FA"/>
                      </a:solidFill>
                    </a:tcPr>
                  </a:tc>
                  <a:tc rowSpan="2"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Land 
Develop-ment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684759"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miter lim="400000"/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CLASS
A-B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CLASS
B-C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 v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865572">
                  <a:tc>
                    <a:txBody>
                      <a:bodyPr/>
                      <a:lstStyle/>
                      <a:p>
                        <a:pPr algn="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Acquisition Competition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342900">
                          <a:tabLst>
                            <a:tab pos="1828800" algn="l"/>
                          </a:tabLst>
                          <a:def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F1F5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63753">
                  <a:tc>
                    <a:txBody>
                      <a:bodyPr/>
                      <a:lstStyle/>
                      <a:p>
                        <a:pPr algn="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Tenant Turnover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342900">
                          <a:tabLst>
                            <a:tab pos="1828800" algn="l"/>
                          </a:tabLst>
                          <a:def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4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4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2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2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E1EAF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N/A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785953">
                  <a:tc>
                    <a:txBody>
                      <a:bodyPr/>
                      <a:lstStyle/>
                      <a:p>
                        <a:pPr algn="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Length of Leases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Years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Days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Months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F1F5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N/A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43803">
                  <a:tc>
                    <a:txBody>
                      <a:bodyPr/>
                      <a:lstStyle/>
                      <a:p>
                        <a:pPr algn="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Rent Escalation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Increase/Year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Market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Market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Market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Market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Market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Market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2 - 3%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E1EAF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N/A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788919">
                  <a:tc>
                    <a:txBody>
                      <a:bodyPr/>
                      <a:lstStyle/>
                      <a:p>
                        <a:pPr algn="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Ease of Management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 = Easy
5 = Hard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 to 3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2 to 4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 to 2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 to 2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F1F5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335986">
                  <a:tc>
                    <a:txBody>
                      <a:bodyPr/>
                      <a:lstStyle/>
                      <a:p>
                        <a:pPr algn="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Duration of Deal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Years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Infinite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 to 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E1EAF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 to 10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629031">
                  <a:tc>
                    <a:txBody>
                      <a:bodyPr/>
                      <a:lstStyle/>
                      <a:p>
                        <a:pPr algn="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Return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Annualized Return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15%-18%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16%-20%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16%-20%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16%-20%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16%-20%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18%-20%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10%-15%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F1F5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18%-25%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586366">
                  <a:tc>
                    <a:txBody>
                      <a:bodyPr/>
                      <a:lstStyle/>
                      <a:p>
                        <a:pPr algn="r" defTabSz="342900">
                          <a:tabLst>
                            <a:tab pos="1828800" algn="l"/>
                          </a:tabLst>
                        </a:pPr>
                        <a:r>
                          <a:rPr b="1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Risk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342900">
                          <a:tabLst>
                            <a:tab pos="1828800" algn="l"/>
                          </a:tabLst>
                          <a:def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2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4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4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3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2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1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E1EAF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342900">
                          <a:tabLst>
                            <a:tab pos="1828800" algn="l"/>
                          </a:tabLst>
                        </a:pPr>
                        <a:r>
                          <a:rPr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+mn-ea"/>
                            <a:cs typeface="+mn-cs"/>
                            <a:sym typeface="Helvetica"/>
                          </a:rPr>
                          <a:t>5</a:t>
                        </a:r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 sz="1400"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solidFill>
                        <a:srgbClr val="F1F5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1828800">
                          <a:tabLst>
                            <a:tab pos="1828800" algn="l"/>
                          </a:tabLst>
                          <a:defRPr>
                            <a:uFill>
                              <a:solidFill>
                                <a:srgbClr val="000000"/>
                              </a:solidFill>
                            </a:uFill>
                            <a:latin typeface="Calibri"/>
                            <a:ea typeface="Calibri"/>
                            <a:cs typeface="Calibri"/>
                            <a:sym typeface="Calibri"/>
                          </a:defRPr>
                        </a:pPr>
                        <a:endParaRPr/>
                      </a:p>
                    </a:txBody>
                    <a:tcPr marL="25400" marR="25400" marT="0" marB="25400" anchor="b" horzOverflow="overflow">
                      <a:lnL w="3175">
                        <a:solidFill>
                          <a:srgbClr val="FFFFFF"/>
                        </a:solidFill>
                      </a:lnL>
                      <a:lnR w="3175">
                        <a:solidFill>
                          <a:srgbClr val="FFFFFF"/>
                        </a:solidFill>
                      </a:lnR>
                      <a:lnT w="3175">
                        <a:solidFill>
                          <a:srgbClr val="FFFFFF"/>
                        </a:solidFill>
                      </a:lnT>
                      <a:lnB w="3175">
                        <a:solidFill>
                          <a:srgbClr val="FFFFFF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</a:tbl>
            </a:graphicData>
          </a:graphic>
        </p:graphicFrame>
        <p:sp>
          <p:nvSpPr>
            <p:cNvPr id="737" name="Rectangle"/>
            <p:cNvSpPr txBox="1"/>
            <p:nvPr/>
          </p:nvSpPr>
          <p:spPr>
            <a:xfrm>
              <a:off x="466000" y="105258"/>
              <a:ext cx="103556" cy="5177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 sz="900">
                  <a:latin typeface="+mn-lt"/>
                  <a:ea typeface="+mn-ea"/>
                  <a:cs typeface="+mn-cs"/>
                  <a:sym typeface="Helvetica"/>
                </a:defRPr>
              </a:pP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Helvetica"/>
              </a:endParaRP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 sz="900">
                  <a:latin typeface="+mn-lt"/>
                  <a:ea typeface="+mn-ea"/>
                  <a:cs typeface="+mn-cs"/>
                  <a:sym typeface="Helvetica"/>
                </a:defRPr>
              </a:pP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Helvetica"/>
              </a:endParaRPr>
            </a:p>
          </p:txBody>
        </p:sp>
        <p:pic>
          <p:nvPicPr>
            <p:cNvPr id="738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4048600" y="2026985"/>
              <a:ext cx="828633" cy="632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38100" cap="flat">
              <a:solidFill>
                <a:srgbClr val="C82506"/>
              </a:solidFill>
              <a:prstDash val="solid"/>
              <a:miter lim="400000"/>
            </a:ln>
            <a:effectLst/>
          </p:spPr>
        </p:pic>
        <p:sp>
          <p:nvSpPr>
            <p:cNvPr id="739" name="Line"/>
            <p:cNvSpPr/>
            <p:nvPr/>
          </p:nvSpPr>
          <p:spPr>
            <a:xfrm flipV="1">
              <a:off x="4460831" y="2438580"/>
              <a:ext cx="362993" cy="1966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0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5469591" y="2026985"/>
              <a:ext cx="828633" cy="632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38100" cap="flat">
              <a:solidFill>
                <a:srgbClr val="C82506"/>
              </a:solidFill>
              <a:prstDash val="solid"/>
              <a:miter lim="400000"/>
            </a:ln>
            <a:effectLst/>
          </p:spPr>
        </p:pic>
        <p:sp>
          <p:nvSpPr>
            <p:cNvPr id="741" name="Line"/>
            <p:cNvSpPr/>
            <p:nvPr/>
          </p:nvSpPr>
          <p:spPr>
            <a:xfrm>
              <a:off x="5832257" y="2438580"/>
              <a:ext cx="399859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2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9422723" y="2026985"/>
              <a:ext cx="828633" cy="632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38100" cap="flat">
              <a:solidFill>
                <a:srgbClr val="C82506"/>
              </a:solidFill>
              <a:prstDash val="solid"/>
              <a:miter lim="400000"/>
            </a:ln>
            <a:effectLst/>
          </p:spPr>
        </p:pic>
        <p:sp>
          <p:nvSpPr>
            <p:cNvPr id="743" name="Line"/>
            <p:cNvSpPr/>
            <p:nvPr/>
          </p:nvSpPr>
          <p:spPr>
            <a:xfrm>
              <a:off x="9773666" y="2438580"/>
              <a:ext cx="399859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4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6867923" y="2007935"/>
              <a:ext cx="828633" cy="632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45" name="Line"/>
            <p:cNvSpPr/>
            <p:nvPr/>
          </p:nvSpPr>
          <p:spPr>
            <a:xfrm flipV="1">
              <a:off x="7303079" y="2148624"/>
              <a:ext cx="1" cy="32102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6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8139911" y="2007935"/>
              <a:ext cx="828634" cy="632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47" name="Line"/>
            <p:cNvSpPr/>
            <p:nvPr/>
          </p:nvSpPr>
          <p:spPr>
            <a:xfrm flipV="1">
              <a:off x="8544001" y="2148624"/>
              <a:ext cx="1" cy="32102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8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10632024" y="2007935"/>
              <a:ext cx="828633" cy="632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49" name="Line"/>
            <p:cNvSpPr/>
            <p:nvPr/>
          </p:nvSpPr>
          <p:spPr>
            <a:xfrm flipH="1">
              <a:off x="10695663" y="2469646"/>
              <a:ext cx="43970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0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11849092" y="2007935"/>
              <a:ext cx="828633" cy="632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51" name="Line"/>
            <p:cNvSpPr/>
            <p:nvPr/>
          </p:nvSpPr>
          <p:spPr>
            <a:xfrm flipV="1">
              <a:off x="12263408" y="2148624"/>
              <a:ext cx="1" cy="32102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2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13505656" y="2007935"/>
              <a:ext cx="828633" cy="632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53" name="Line"/>
            <p:cNvSpPr/>
            <p:nvPr/>
          </p:nvSpPr>
          <p:spPr>
            <a:xfrm flipV="1">
              <a:off x="13915179" y="2138368"/>
              <a:ext cx="1" cy="32102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4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4048600" y="2819544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55" name="Line"/>
            <p:cNvSpPr/>
            <p:nvPr/>
          </p:nvSpPr>
          <p:spPr>
            <a:xfrm flipV="1">
              <a:off x="4431800" y="2872541"/>
              <a:ext cx="57903" cy="35772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6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10632024" y="2800494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38100" cap="flat">
              <a:solidFill>
                <a:srgbClr val="70BF41"/>
              </a:solidFill>
              <a:prstDash val="solid"/>
              <a:miter lim="400000"/>
            </a:ln>
            <a:effectLst/>
          </p:spPr>
        </p:pic>
        <p:sp>
          <p:nvSpPr>
            <p:cNvPr id="757" name="Line"/>
            <p:cNvSpPr/>
            <p:nvPr/>
          </p:nvSpPr>
          <p:spPr>
            <a:xfrm flipV="1">
              <a:off x="11046340" y="2851548"/>
              <a:ext cx="1" cy="40275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8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11849092" y="2800494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38100" cap="flat">
              <a:solidFill>
                <a:srgbClr val="70BF41"/>
              </a:solidFill>
              <a:prstDash val="solid"/>
              <a:miter lim="400000"/>
            </a:ln>
            <a:effectLst/>
          </p:spPr>
        </p:pic>
        <p:sp>
          <p:nvSpPr>
            <p:cNvPr id="759" name="Line"/>
            <p:cNvSpPr/>
            <p:nvPr/>
          </p:nvSpPr>
          <p:spPr>
            <a:xfrm flipH="1" flipV="1">
              <a:off x="12018475" y="3154933"/>
              <a:ext cx="316662" cy="8485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0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8139911" y="2800494"/>
              <a:ext cx="828634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38100" cap="flat">
              <a:solidFill>
                <a:srgbClr val="C82506"/>
              </a:solidFill>
              <a:prstDash val="solid"/>
              <a:miter lim="400000"/>
            </a:ln>
            <a:effectLst/>
          </p:spPr>
        </p:pic>
        <p:sp>
          <p:nvSpPr>
            <p:cNvPr id="761" name="Line"/>
            <p:cNvSpPr/>
            <p:nvPr/>
          </p:nvSpPr>
          <p:spPr>
            <a:xfrm>
              <a:off x="8554357" y="3148407"/>
              <a:ext cx="376969" cy="8804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2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9422723" y="2819544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63" name="Line"/>
            <p:cNvSpPr/>
            <p:nvPr/>
          </p:nvSpPr>
          <p:spPr>
            <a:xfrm flipH="1" flipV="1">
              <a:off x="9613626" y="2927633"/>
              <a:ext cx="232953" cy="22943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4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6888768" y="2819544"/>
              <a:ext cx="828634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65" name="Line"/>
            <p:cNvSpPr/>
            <p:nvPr/>
          </p:nvSpPr>
          <p:spPr>
            <a:xfrm flipH="1" flipV="1">
              <a:off x="7079671" y="2945575"/>
              <a:ext cx="232954" cy="22943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6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5469591" y="2819544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67" name="Line"/>
            <p:cNvSpPr/>
            <p:nvPr/>
          </p:nvSpPr>
          <p:spPr>
            <a:xfrm flipV="1">
              <a:off x="5879893" y="2902760"/>
              <a:ext cx="229005" cy="28084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8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4048600" y="6310611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69" name="Line"/>
            <p:cNvSpPr/>
            <p:nvPr/>
          </p:nvSpPr>
          <p:spPr>
            <a:xfrm flipH="1" flipV="1">
              <a:off x="4252202" y="6505220"/>
              <a:ext cx="232954" cy="22943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70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5572697" y="6278075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71" name="Line"/>
            <p:cNvSpPr/>
            <p:nvPr/>
          </p:nvSpPr>
          <p:spPr>
            <a:xfrm flipV="1">
              <a:off x="6019593" y="6465687"/>
              <a:ext cx="229005" cy="28084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72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6888763" y="6278075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73" name="Line"/>
            <p:cNvSpPr/>
            <p:nvPr/>
          </p:nvSpPr>
          <p:spPr>
            <a:xfrm flipV="1">
              <a:off x="7290926" y="6447745"/>
              <a:ext cx="229005" cy="28084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74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8139911" y="6278075"/>
              <a:ext cx="828634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75" name="Line"/>
            <p:cNvSpPr/>
            <p:nvPr/>
          </p:nvSpPr>
          <p:spPr>
            <a:xfrm flipV="1">
              <a:off x="8546478" y="6436039"/>
              <a:ext cx="1" cy="32102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76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9322470" y="6296017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777" name="Line"/>
            <p:cNvSpPr/>
            <p:nvPr/>
          </p:nvSpPr>
          <p:spPr>
            <a:xfrm flipH="1" flipV="1">
              <a:off x="9499326" y="6505220"/>
              <a:ext cx="232953" cy="22943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78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10632024" y="6314400"/>
              <a:ext cx="828633" cy="632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38100" cap="flat">
              <a:solidFill>
                <a:srgbClr val="70BF41"/>
              </a:solidFill>
              <a:prstDash val="solid"/>
              <a:miter lim="400000"/>
            </a:ln>
            <a:effectLst/>
          </p:spPr>
        </p:pic>
        <p:sp>
          <p:nvSpPr>
            <p:cNvPr id="779" name="Line"/>
            <p:cNvSpPr/>
            <p:nvPr/>
          </p:nvSpPr>
          <p:spPr>
            <a:xfrm flipH="1" flipV="1">
              <a:off x="10809654" y="6497591"/>
              <a:ext cx="219118" cy="21911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80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11849092" y="6296017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38100" cap="flat">
              <a:solidFill>
                <a:srgbClr val="70BF41"/>
              </a:solidFill>
              <a:prstDash val="solid"/>
              <a:miter lim="400000"/>
            </a:ln>
            <a:effectLst/>
          </p:spPr>
        </p:pic>
        <p:sp>
          <p:nvSpPr>
            <p:cNvPr id="781" name="Line"/>
            <p:cNvSpPr/>
            <p:nvPr/>
          </p:nvSpPr>
          <p:spPr>
            <a:xfrm flipH="1">
              <a:off x="11931125" y="6716709"/>
              <a:ext cx="327833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82" name="Image" descr="Image"/>
            <p:cNvPicPr>
              <a:picLocks noChangeAspect="1"/>
            </p:cNvPicPr>
            <p:nvPr/>
          </p:nvPicPr>
          <p:blipFill>
            <a:blip r:embed="rId2"/>
            <a:srcRect l="17142" t="16359" r="21102" b="4916"/>
            <a:stretch>
              <a:fillRect/>
            </a:stretch>
          </p:blipFill>
          <p:spPr>
            <a:xfrm>
              <a:off x="13505656" y="6278075"/>
              <a:ext cx="828633" cy="632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95" extrusionOk="0">
                  <a:moveTo>
                    <a:pt x="10088" y="13"/>
                  </a:moveTo>
                  <a:cubicBezTo>
                    <a:pt x="9299" y="70"/>
                    <a:pt x="8533" y="227"/>
                    <a:pt x="7866" y="488"/>
                  </a:cubicBezTo>
                  <a:cubicBezTo>
                    <a:pt x="5313" y="1484"/>
                    <a:pt x="3178" y="3535"/>
                    <a:pt x="1797" y="6317"/>
                  </a:cubicBezTo>
                  <a:cubicBezTo>
                    <a:pt x="1300" y="7319"/>
                    <a:pt x="911" y="8374"/>
                    <a:pt x="619" y="9449"/>
                  </a:cubicBezTo>
                  <a:cubicBezTo>
                    <a:pt x="565" y="9654"/>
                    <a:pt x="511" y="9848"/>
                    <a:pt x="464" y="10059"/>
                  </a:cubicBezTo>
                  <a:cubicBezTo>
                    <a:pt x="457" y="10091"/>
                    <a:pt x="450" y="10121"/>
                    <a:pt x="443" y="10153"/>
                  </a:cubicBezTo>
                  <a:cubicBezTo>
                    <a:pt x="288" y="10863"/>
                    <a:pt x="167" y="11606"/>
                    <a:pt x="92" y="12363"/>
                  </a:cubicBezTo>
                  <a:cubicBezTo>
                    <a:pt x="40" y="12881"/>
                    <a:pt x="29" y="13183"/>
                    <a:pt x="9" y="13529"/>
                  </a:cubicBezTo>
                  <a:cubicBezTo>
                    <a:pt x="-16" y="14290"/>
                    <a:pt x="10" y="15055"/>
                    <a:pt x="81" y="15820"/>
                  </a:cubicBezTo>
                  <a:cubicBezTo>
                    <a:pt x="183" y="16725"/>
                    <a:pt x="321" y="17580"/>
                    <a:pt x="495" y="18369"/>
                  </a:cubicBezTo>
                  <a:cubicBezTo>
                    <a:pt x="666" y="19095"/>
                    <a:pt x="875" y="19813"/>
                    <a:pt x="1136" y="20524"/>
                  </a:cubicBezTo>
                  <a:lnTo>
                    <a:pt x="1311" y="20985"/>
                  </a:lnTo>
                  <a:cubicBezTo>
                    <a:pt x="1343" y="21058"/>
                    <a:pt x="1372" y="21146"/>
                    <a:pt x="1405" y="21215"/>
                  </a:cubicBezTo>
                  <a:lnTo>
                    <a:pt x="1580" y="21595"/>
                  </a:lnTo>
                  <a:lnTo>
                    <a:pt x="20054" y="21595"/>
                  </a:lnTo>
                  <a:lnTo>
                    <a:pt x="20157" y="21337"/>
                  </a:lnTo>
                  <a:lnTo>
                    <a:pt x="20509" y="20375"/>
                  </a:lnTo>
                  <a:cubicBezTo>
                    <a:pt x="20940" y="19213"/>
                    <a:pt x="21232" y="17997"/>
                    <a:pt x="21408" y="16769"/>
                  </a:cubicBezTo>
                  <a:cubicBezTo>
                    <a:pt x="21438" y="16535"/>
                    <a:pt x="21480" y="16305"/>
                    <a:pt x="21501" y="16064"/>
                  </a:cubicBezTo>
                  <a:cubicBezTo>
                    <a:pt x="21510" y="15977"/>
                    <a:pt x="21514" y="15893"/>
                    <a:pt x="21522" y="15806"/>
                  </a:cubicBezTo>
                  <a:cubicBezTo>
                    <a:pt x="21559" y="15299"/>
                    <a:pt x="21584" y="14774"/>
                    <a:pt x="21584" y="14220"/>
                  </a:cubicBezTo>
                  <a:cubicBezTo>
                    <a:pt x="21584" y="13700"/>
                    <a:pt x="21574" y="13244"/>
                    <a:pt x="21553" y="12810"/>
                  </a:cubicBezTo>
                  <a:cubicBezTo>
                    <a:pt x="21542" y="12666"/>
                    <a:pt x="21525" y="12520"/>
                    <a:pt x="21512" y="12377"/>
                  </a:cubicBezTo>
                  <a:cubicBezTo>
                    <a:pt x="21506" y="12302"/>
                    <a:pt x="21508" y="12233"/>
                    <a:pt x="21501" y="12160"/>
                  </a:cubicBezTo>
                  <a:cubicBezTo>
                    <a:pt x="21355" y="10813"/>
                    <a:pt x="21059" y="9487"/>
                    <a:pt x="20623" y="8228"/>
                  </a:cubicBezTo>
                  <a:cubicBezTo>
                    <a:pt x="20620" y="8222"/>
                    <a:pt x="20615" y="8208"/>
                    <a:pt x="20612" y="8201"/>
                  </a:cubicBezTo>
                  <a:cubicBezTo>
                    <a:pt x="20610" y="8196"/>
                    <a:pt x="20614" y="8194"/>
                    <a:pt x="20612" y="8188"/>
                  </a:cubicBezTo>
                  <a:cubicBezTo>
                    <a:pt x="20439" y="7693"/>
                    <a:pt x="20230" y="7210"/>
                    <a:pt x="20013" y="6737"/>
                  </a:cubicBezTo>
                  <a:cubicBezTo>
                    <a:pt x="19942" y="6585"/>
                    <a:pt x="19881" y="6438"/>
                    <a:pt x="19806" y="6290"/>
                  </a:cubicBezTo>
                  <a:cubicBezTo>
                    <a:pt x="19733" y="6143"/>
                    <a:pt x="19656" y="6000"/>
                    <a:pt x="19578" y="5856"/>
                  </a:cubicBezTo>
                  <a:cubicBezTo>
                    <a:pt x="19134" y="5048"/>
                    <a:pt x="18630" y="4289"/>
                    <a:pt x="18069" y="3619"/>
                  </a:cubicBezTo>
                  <a:cubicBezTo>
                    <a:pt x="17938" y="3462"/>
                    <a:pt x="17793" y="3334"/>
                    <a:pt x="17656" y="3185"/>
                  </a:cubicBezTo>
                  <a:cubicBezTo>
                    <a:pt x="17365" y="2882"/>
                    <a:pt x="17075" y="2579"/>
                    <a:pt x="16756" y="2304"/>
                  </a:cubicBezTo>
                  <a:cubicBezTo>
                    <a:pt x="16359" y="1963"/>
                    <a:pt x="15940" y="1641"/>
                    <a:pt x="15526" y="1369"/>
                  </a:cubicBezTo>
                  <a:cubicBezTo>
                    <a:pt x="15519" y="1365"/>
                    <a:pt x="15512" y="1360"/>
                    <a:pt x="15505" y="1355"/>
                  </a:cubicBezTo>
                  <a:cubicBezTo>
                    <a:pt x="15486" y="1343"/>
                    <a:pt x="15473" y="1341"/>
                    <a:pt x="15454" y="1328"/>
                  </a:cubicBezTo>
                  <a:cubicBezTo>
                    <a:pt x="15080" y="1087"/>
                    <a:pt x="14699" y="881"/>
                    <a:pt x="14337" y="718"/>
                  </a:cubicBezTo>
                  <a:cubicBezTo>
                    <a:pt x="14301" y="701"/>
                    <a:pt x="14270" y="680"/>
                    <a:pt x="14234" y="664"/>
                  </a:cubicBezTo>
                  <a:cubicBezTo>
                    <a:pt x="13609" y="396"/>
                    <a:pt x="12911" y="216"/>
                    <a:pt x="12197" y="108"/>
                  </a:cubicBezTo>
                  <a:cubicBezTo>
                    <a:pt x="11878" y="68"/>
                    <a:pt x="11560" y="29"/>
                    <a:pt x="11225" y="13"/>
                  </a:cubicBezTo>
                  <a:cubicBezTo>
                    <a:pt x="10834" y="-5"/>
                    <a:pt x="10457" y="-5"/>
                    <a:pt x="10088" y="13"/>
                  </a:cubicBezTo>
                  <a:close/>
                </a:path>
              </a:pathLst>
            </a:custGeom>
            <a:ln w="38100" cap="flat">
              <a:solidFill>
                <a:srgbClr val="C82506"/>
              </a:solidFill>
              <a:prstDash val="solid"/>
              <a:miter lim="400000"/>
            </a:ln>
            <a:effectLst/>
          </p:spPr>
        </p:pic>
        <p:sp>
          <p:nvSpPr>
            <p:cNvPr id="783" name="Line"/>
            <p:cNvSpPr/>
            <p:nvPr/>
          </p:nvSpPr>
          <p:spPr>
            <a:xfrm>
              <a:off x="13891111" y="6707613"/>
              <a:ext cx="337371" cy="4836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 sz="2600"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No Income"/>
            <p:cNvSpPr txBox="1"/>
            <p:nvPr/>
          </p:nvSpPr>
          <p:spPr>
            <a:xfrm>
              <a:off x="13231934" y="7088972"/>
              <a:ext cx="1691981" cy="10751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ctr">
              <a:noAutofit/>
            </a:bodyPr>
            <a:lstStyle>
              <a:lvl1pPr algn="ctr" defTabSz="1828800">
                <a:buClr>
                  <a:srgbClr val="000000"/>
                </a:buClr>
                <a:buFont typeface="Calibri"/>
                <a:defRPr sz="2000" b="1" i="1">
                  <a:solidFill>
                    <a:srgbClr val="C82506"/>
                  </a:solidFill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Calibri"/>
                <a:buNone/>
                <a:tabLst/>
                <a:defRPr/>
              </a:pPr>
              <a:r>
                <a:rPr kumimoji="0" sz="2000" b="1" i="1" u="none" strike="noStrike" kern="0" cap="none" spc="0" normalizeH="0" baseline="0" noProof="0">
                  <a:ln>
                    <a:noFill/>
                  </a:ln>
                  <a:solidFill>
                    <a:srgbClr val="C82506"/>
                  </a:solidFill>
                  <a:effectLst/>
                  <a:uLnTx/>
                  <a:uFill>
                    <a:solidFill>
                      <a:srgbClr val="000000"/>
                    </a:solidFill>
                  </a:uFill>
                  <a:latin typeface="Calibri"/>
                  <a:ea typeface="Calibri"/>
                  <a:cs typeface="Calibri"/>
                  <a:sym typeface="Calibri"/>
                </a:rPr>
                <a:t>No Income</a:t>
              </a:r>
            </a:p>
          </p:txBody>
        </p:sp>
      </p:grpSp>
      <p:sp>
        <p:nvSpPr>
          <p:cNvPr id="78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7741304" y="9689885"/>
            <a:ext cx="341323" cy="599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sym typeface="Arial Black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76766960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6_Master Slide [1781110528145]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133BD3-142B-4EAA-A086-7DB440578BF2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da964009-cc35-4ef7-9758-9093570f0cc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17056</TotalTime>
  <Words>189</Words>
  <Application>Microsoft Office PowerPoint</Application>
  <PresentationFormat>Custom</PresentationFormat>
  <Paragraphs>88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Arial Black</vt:lpstr>
      <vt:lpstr>Calibri</vt:lpstr>
      <vt:lpstr>Helvetica</vt:lpstr>
      <vt:lpstr>Wingdings</vt:lpstr>
      <vt:lpstr>6_Master Slide [1781110528145]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Sanjay Aggarwal</cp:lastModifiedBy>
  <cp:revision>230</cp:revision>
  <dcterms:created xsi:type="dcterms:W3CDTF">2006-08-16T00:00:00Z</dcterms:created>
  <dcterms:modified xsi:type="dcterms:W3CDTF">2026-06-10T16:57:28Z</dcterms:modified>
  <dc:identifier>DAGVRSTIb58</dc:identifier>
</cp:coreProperties>
</file>